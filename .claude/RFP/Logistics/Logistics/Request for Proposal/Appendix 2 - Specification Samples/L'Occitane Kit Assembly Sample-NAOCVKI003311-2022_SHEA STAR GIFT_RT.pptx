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75237-A757-4DBA-B1F2-40A09D29D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3B32E-8B65-43B7-86D9-521B5EF99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B0F6A-27BC-4105-AC87-D84F206F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BC860-B8F9-45C2-8123-7CD153D1802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3414F-FFCE-4270-BCF3-C20874FCF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8BA54-6A52-45DF-AE88-1D3C0F07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A3B4C-4CFA-4BC5-9C7D-E81CDC49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02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A231-F5FB-44CB-A65A-15F157FF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1DC44-54EB-43BA-B7A2-F17AB8645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927F8-E646-4886-B454-F5E3A7362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BC860-B8F9-45C2-8123-7CD153D1802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0E09C-6A14-4F1B-9C9F-6E623081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D9758-91D6-4CD2-89BE-89E87664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A3B4C-4CFA-4BC5-9C7D-E81CDC49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19AB-C307-4CBC-BC25-9011B6B66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CF9CB-562F-4CCC-8434-00ABB5C56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5F6C7-407E-4072-876C-6439AA72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BC860-B8F9-45C2-8123-7CD153D1802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C21E-0AB2-476C-A0F0-35D927E7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E851C-7967-41A1-9AAA-DE58F307F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A3B4C-4CFA-4BC5-9C7D-E81CDC49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72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8952-5C62-46D8-87C8-2AE9AABE4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9B51A-3880-4E5B-9C80-BB84863B6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19A63-5187-4F5B-8253-03A68313B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299A4-D198-4735-97E6-AE57872E1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BC860-B8F9-45C2-8123-7CD153D1802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7CE61-08AC-42A2-BC54-4AFEFC67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A88DE-08C4-410F-A061-4307F12F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A3B4C-4CFA-4BC5-9C7D-E81CDC49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75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7222-A168-46D6-A123-89EA1195D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BA195-1B8E-45A8-B00B-E7D702768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B7BE9-B0DE-495E-9656-BDC223402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96CB09-F8C5-4CB8-9590-F5FC0D7487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1F516-09A1-4AF9-B94C-B2F549925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10461A-AC6F-46A0-AD58-782F3375F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BC860-B8F9-45C2-8123-7CD153D1802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60902D-31BF-4A5E-9226-43C32BFEF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548062-FBF5-4430-A0A9-60B5F9F8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A3B4C-4CFA-4BC5-9C7D-E81CDC49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5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B9F48-458B-459B-96B5-EF8D7A8B5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2FA8C-EC2D-42EE-AB7C-D146F46DA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BC860-B8F9-45C2-8123-7CD153D1802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705E3-6E03-41C2-8324-89ED06F0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242EE-4CD1-44B8-8E12-EEF83C53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A3B4C-4CFA-4BC5-9C7D-E81CDC49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76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3D69E-2C10-42AD-B7B1-6ED904C91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BC860-B8F9-45C2-8123-7CD153D1802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80A644-6890-488F-A40B-6C678766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7EC1B-E5B1-47D8-B94B-006871967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A3B4C-4CFA-4BC5-9C7D-E81CDC49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27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23E7D-96AB-4E76-B2AC-F5B981698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E90AE-5559-4480-A216-0A1D15CCB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85896-527E-4BF3-BFC1-C21DD7606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09A96-3AB5-4585-A617-6F3D32FC5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BC860-B8F9-45C2-8123-7CD153D1802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0D321-3881-425D-B7D3-631D7030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DF550-42B3-4464-A040-42E2E8B4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A3B4C-4CFA-4BC5-9C7D-E81CDC49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92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4A674-8AE4-4AD6-AD3B-E1A552E2C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5319A7-7656-4254-AF35-E83009E512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89227-EAEE-4257-909F-4548EAD6E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EBDA8-F237-4B07-8BF8-8771EDDCB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BC860-B8F9-45C2-8123-7CD153D1802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C332D-6559-4D97-BDCB-E6DABD74B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FF7A2-7DC4-4599-A351-C8386470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A3B4C-4CFA-4BC5-9C7D-E81CDC49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05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100FC-76F1-422B-942A-939413C3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A19EA-05B3-480E-9387-91A179742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F034E-72B0-4468-B29F-FDD14318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BC860-B8F9-45C2-8123-7CD153D1802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AC9CE-0B32-47C2-B4D7-C5EC0B42D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120CD-1329-47D7-9DDB-88240C7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A3B4C-4CFA-4BC5-9C7D-E81CDC49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97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B3421-C15B-49B3-8617-784DE285B4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79B82-A5CA-4408-BF5B-D144F7609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C7E3D-07B7-4BDF-995D-6C9364052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BC860-B8F9-45C2-8123-7CD153D1802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CEFA6-10D6-453C-BDF1-0226143C4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79334-0F5D-4167-A39C-AAF4FEA28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A3B4C-4CFA-4BC5-9C7D-E81CDC49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96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9D3039-6ADB-4397-A6FB-E3EC58287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3977C-170F-46C0-89FB-E618452BE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EBFEB-A728-4252-BFD8-CC41F2A1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BC860-B8F9-45C2-8123-7CD153D1802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024F9-E2EA-4CF6-85A0-DEFBC09B3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53999-27AA-41A8-9866-64979E930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A3B4C-4CFA-4BC5-9C7D-E81CDC49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3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5223" y="181233"/>
          <a:ext cx="3358541" cy="1155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7558">
                  <a:extLst>
                    <a:ext uri="{9D8B030D-6E8A-4147-A177-3AD203B41FA5}">
                      <a16:colId xmlns:a16="http://schemas.microsoft.com/office/drawing/2014/main" val="1763590809"/>
                    </a:ext>
                  </a:extLst>
                </a:gridCol>
                <a:gridCol w="2130983">
                  <a:extLst>
                    <a:ext uri="{9D8B030D-6E8A-4147-A177-3AD203B41FA5}">
                      <a16:colId xmlns:a16="http://schemas.microsoft.com/office/drawing/2014/main" val="2370410222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NAOCVKI003311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2022_SHEA STAR GIFT_RT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50374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01CP200K22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SHEA ULTRA RICH BODY CR 200ML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96311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01MA150K22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SHEA HAND CREAM 150ML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19697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01SA250LT20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SOAP SHEA MILK 250G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9309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01PI030K18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SHEA BUTTER FOOT CREAM 30ML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093278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52MMBPNO22F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 HOLIDAY MEDIUM BOX 2F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7079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NAOCVE3001420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2022_SHEA STAR GIFT SLV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11402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24878" y="92165"/>
            <a:ext cx="4114004" cy="156073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51991" y="83885"/>
            <a:ext cx="4163820" cy="161541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48610" y="1267268"/>
            <a:ext cx="14633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Box</a:t>
            </a:r>
          </a:p>
          <a:p>
            <a:pPr algn="ctr">
              <a:defRPr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52MMBPNO22F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3282" y="1752108"/>
            <a:ext cx="11672528" cy="5105892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21"/>
          <p:cNvSpPr txBox="1">
            <a:spLocks noChangeArrowheads="1"/>
          </p:cNvSpPr>
          <p:nvPr/>
        </p:nvSpPr>
        <p:spPr bwMode="auto">
          <a:xfrm>
            <a:off x="6502213" y="1830866"/>
            <a:ext cx="2499554" cy="1845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3: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Place the products in the box in the following order, working clockwise:</a:t>
            </a:r>
          </a:p>
          <a:p>
            <a:pPr marL="228600" marR="0" lvl="0" indent="-228600" algn="l" defTabSz="914400" rtl="0" eaLnBrk="0" fontAlgn="ctr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lphaUcPeriod"/>
              <a:tabLst/>
              <a:defRPr/>
            </a:pPr>
            <a:r>
              <a:rPr lang="en-US" sz="1050" dirty="0">
                <a:solidFill>
                  <a:prstClr val="black"/>
                </a:solidFill>
              </a:rPr>
              <a:t>Hand Cream 150ml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228600" marR="0" lvl="0" indent="-228600" algn="l" defTabSz="914400" rtl="0" eaLnBrk="0" fontAlgn="ctr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lphaUcPeriod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Shea Milk Soap 250G</a:t>
            </a:r>
          </a:p>
          <a:p>
            <a:pPr marL="228600" marR="0" lvl="0" indent="-228600" algn="l" defTabSz="914400" rtl="0" eaLnBrk="0" fontAlgn="ctr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lphaUcPeriod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Shea Foot Cream 30ml</a:t>
            </a:r>
          </a:p>
          <a:p>
            <a:pPr marL="228600" marR="0" lvl="0" indent="-228600" algn="l" defTabSz="914400" rtl="0" eaLnBrk="0" fontAlgn="ctr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lphaUcPeriod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Shea Ultra Rich Body Cream 200</a:t>
            </a:r>
            <a:r>
              <a:rPr lang="en-US" sz="1050" dirty="0">
                <a:solidFill>
                  <a:srgbClr val="000000"/>
                </a:solidFill>
              </a:rPr>
              <a:t>ml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1350" y="3535551"/>
            <a:ext cx="399011" cy="38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10632" y="4397209"/>
            <a:ext cx="399011" cy="38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947" y="3473139"/>
            <a:ext cx="347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157" y="4709621"/>
            <a:ext cx="399011" cy="38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259" y="5932781"/>
            <a:ext cx="399011" cy="38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4135" y="4028920"/>
            <a:ext cx="399011" cy="38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12482" y="1820667"/>
            <a:ext cx="265952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1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Build the Box </a:t>
            </a:r>
          </a:p>
          <a:p>
            <a:pPr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A. Take the bottom of the box out of the top (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52MMBPNO22F - Brown Box);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L’OCCITANE logos should be on the SIDES not the top and bottom when the box is complete.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B. Remove the adhesive tape from both sides of the box and fold the box at the fold lines.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C. Press the sides firmly together.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1994" y="3827833"/>
            <a:ext cx="399011" cy="38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39991" y="1825426"/>
            <a:ext cx="23464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Step 4: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Fold both edges of the tissue paper 1 ½ inches and fold over the products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Place sleeve around box, centering to cover logo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6725" y="1233083"/>
            <a:ext cx="12079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Tissue x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80842" y="183284"/>
            <a:ext cx="552791" cy="4640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633242" y="335684"/>
            <a:ext cx="552791" cy="4640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0785642" y="488084"/>
            <a:ext cx="552791" cy="4640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0938042" y="639818"/>
            <a:ext cx="552791" cy="4640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983" y="3589541"/>
            <a:ext cx="1058049" cy="86354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280775" y="1285549"/>
            <a:ext cx="120797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Sleeve</a:t>
            </a:r>
          </a:p>
          <a:p>
            <a:pPr algn="ctr">
              <a:defRPr/>
            </a:pP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NAOCVE3001420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01CP200K22_1_RVB">
            <a:extLst>
              <a:ext uri="{FF2B5EF4-FFF2-40B4-BE49-F238E27FC236}">
                <a16:creationId xmlns:a16="http://schemas.microsoft.com/office/drawing/2014/main" id="{66DF8778-75B7-4F75-8ED3-57FA52171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112" y="257370"/>
            <a:ext cx="1457435" cy="145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01MA150K22_RVB">
            <a:extLst>
              <a:ext uri="{FF2B5EF4-FFF2-40B4-BE49-F238E27FC236}">
                <a16:creationId xmlns:a16="http://schemas.microsoft.com/office/drawing/2014/main" id="{2043F4A1-9B14-437B-94D9-9D18E53D8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681" y="134544"/>
            <a:ext cx="1680835" cy="1680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01SA250LT20_RVB">
            <a:extLst>
              <a:ext uri="{FF2B5EF4-FFF2-40B4-BE49-F238E27FC236}">
                <a16:creationId xmlns:a16="http://schemas.microsoft.com/office/drawing/2014/main" id="{1867A135-80C7-411B-8E57-5AF266751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419" y="368776"/>
            <a:ext cx="1362639" cy="136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01PI030K18_RVB">
            <a:extLst>
              <a:ext uri="{FF2B5EF4-FFF2-40B4-BE49-F238E27FC236}">
                <a16:creationId xmlns:a16="http://schemas.microsoft.com/office/drawing/2014/main" id="{87A09F87-4168-4B24-A478-A7C6C2CAA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562" y="488084"/>
            <a:ext cx="1135220" cy="113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E214BAE7-904E-49F2-AF7D-52180DFB45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9978" y="269342"/>
            <a:ext cx="799882" cy="1004778"/>
          </a:xfrm>
          <a:prstGeom prst="rect">
            <a:avLst/>
          </a:prstGeom>
        </p:spPr>
      </p:pic>
      <p:pic>
        <p:nvPicPr>
          <p:cNvPr id="36" name="Picture 35" descr="A picture containing text, envelope&#10;&#10;Description automatically generated">
            <a:extLst>
              <a:ext uri="{FF2B5EF4-FFF2-40B4-BE49-F238E27FC236}">
                <a16:creationId xmlns:a16="http://schemas.microsoft.com/office/drawing/2014/main" id="{3EFB2D91-CD00-4CBA-BDE8-E3D69DEAF2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33" y="3196914"/>
            <a:ext cx="1083129" cy="10125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45E173E-5E01-4BAF-B2D7-F87BEB6506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78" y="4413766"/>
            <a:ext cx="1467296" cy="1100472"/>
          </a:xfrm>
          <a:prstGeom prst="rect">
            <a:avLst/>
          </a:prstGeom>
        </p:spPr>
      </p:pic>
      <p:pic>
        <p:nvPicPr>
          <p:cNvPr id="50" name="Picture 49" descr="A picture containing indoor&#10;&#10;Description automatically generated">
            <a:extLst>
              <a:ext uri="{FF2B5EF4-FFF2-40B4-BE49-F238E27FC236}">
                <a16:creationId xmlns:a16="http://schemas.microsoft.com/office/drawing/2014/main" id="{3C897816-ABB8-4DCF-A839-730A2CA555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4" y="5618846"/>
            <a:ext cx="1126186" cy="1126186"/>
          </a:xfrm>
          <a:prstGeom prst="rect">
            <a:avLst/>
          </a:prstGeom>
        </p:spPr>
      </p:pic>
      <p:pic>
        <p:nvPicPr>
          <p:cNvPr id="52" name="Picture 51" descr="A white towel on a wooden surface&#10;&#10;Description automatically generated with low confidence">
            <a:extLst>
              <a:ext uri="{FF2B5EF4-FFF2-40B4-BE49-F238E27FC236}">
                <a16:creationId xmlns:a16="http://schemas.microsoft.com/office/drawing/2014/main" id="{EE0E538B-B070-4786-ADFC-3B827E5402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471" y="3859626"/>
            <a:ext cx="992627" cy="992627"/>
          </a:xfrm>
          <a:prstGeom prst="rect">
            <a:avLst/>
          </a:prstGeom>
        </p:spPr>
      </p:pic>
      <p:pic>
        <p:nvPicPr>
          <p:cNvPr id="26" name="Picture 5" descr="C:\Users\merchandisingintern\Pictures\IMG_7022.JPG"/>
          <p:cNvPicPr>
            <a:picLocks noChangeAspect="1" noChangeArrowheads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680480" y="4195505"/>
            <a:ext cx="992627" cy="57930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>
            <a:extLst>
              <a:ext uri="{FF2B5EF4-FFF2-40B4-BE49-F238E27FC236}">
                <a16:creationId xmlns:a16="http://schemas.microsoft.com/office/drawing/2014/main" id="{C2AB430A-2F07-439E-89A4-AD354D795F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43" t="744" r="6924" b="-596"/>
          <a:stretch/>
        </p:blipFill>
        <p:spPr bwMode="auto">
          <a:xfrm rot="16200000">
            <a:off x="4318806" y="5830574"/>
            <a:ext cx="952688" cy="917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44"/>
          <p:cNvSpPr txBox="1"/>
          <p:nvPr/>
        </p:nvSpPr>
        <p:spPr>
          <a:xfrm>
            <a:off x="4616129" y="6122827"/>
            <a:ext cx="399011" cy="38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E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9518D766-9162-44DD-AD54-609259CBB1F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1" r="18136"/>
          <a:stretch/>
        </p:blipFill>
        <p:spPr>
          <a:xfrm rot="5400000">
            <a:off x="6760849" y="4059485"/>
            <a:ext cx="1827659" cy="1918934"/>
          </a:xfrm>
          <a:prstGeom prst="rect">
            <a:avLst/>
          </a:prstGeom>
        </p:spPr>
      </p:pic>
      <p:pic>
        <p:nvPicPr>
          <p:cNvPr id="64" name="Picture 8" descr="01PI030K18_RVB">
            <a:extLst>
              <a:ext uri="{FF2B5EF4-FFF2-40B4-BE49-F238E27FC236}">
                <a16:creationId xmlns:a16="http://schemas.microsoft.com/office/drawing/2014/main" id="{9C3B2EC7-25D6-4207-9E48-575BBFA66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2661" y="4735181"/>
            <a:ext cx="1001513" cy="100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31858E6C-999F-4878-8D94-4112997066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0688" y="4527387"/>
            <a:ext cx="1270095" cy="15954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A1C3C9-AF58-4E6C-ADB6-3EEEFE8A68A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32036" y="4532852"/>
            <a:ext cx="324490" cy="98138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A36928B7-1FA3-44B6-8C7E-A9878ED850F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16185" y="186909"/>
            <a:ext cx="365608" cy="1105742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E0C9125-9536-44FB-B240-B2AB474A2839}"/>
              </a:ext>
            </a:extLst>
          </p:cNvPr>
          <p:cNvCxnSpPr/>
          <p:nvPr/>
        </p:nvCxnSpPr>
        <p:spPr>
          <a:xfrm flipH="1">
            <a:off x="1981200" y="3535551"/>
            <a:ext cx="590550" cy="292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7601F1B-5DE3-4D5F-812A-832C57B9C03B}"/>
              </a:ext>
            </a:extLst>
          </p:cNvPr>
          <p:cNvSpPr txBox="1"/>
          <p:nvPr/>
        </p:nvSpPr>
        <p:spPr>
          <a:xfrm>
            <a:off x="2276475" y="3159679"/>
            <a:ext cx="992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This will be a brown box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AD27E0E-132B-4578-B002-2A04C30C7D1F}"/>
              </a:ext>
            </a:extLst>
          </p:cNvPr>
          <p:cNvSpPr/>
          <p:nvPr/>
        </p:nvSpPr>
        <p:spPr>
          <a:xfrm>
            <a:off x="3588170" y="1875193"/>
            <a:ext cx="2444339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Step 2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: Tissue 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A. Fold a piece of tissue in half . (The logo side should be visible to customers when they open the box) 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B. Fold the unfinished edge up 1 ¾ inches. 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C. Place the tissue paper in your gift box. 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D. Crumple two piece of tissue paper and place to fit in the bottom of the box. Place another folded piece of tissue over them to form a “mattress”. 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E. Lay the mattress (logo side side facing the customer) in the box.</a:t>
            </a:r>
          </a:p>
        </p:txBody>
      </p:sp>
      <p:pic>
        <p:nvPicPr>
          <p:cNvPr id="71" name="Picture 70" descr="A picture containing box&#10;&#10;Description automatically generated">
            <a:extLst>
              <a:ext uri="{FF2B5EF4-FFF2-40B4-BE49-F238E27FC236}">
                <a16:creationId xmlns:a16="http://schemas.microsoft.com/office/drawing/2014/main" id="{99C38DE6-F8C8-457C-AB9D-6715E2D48A8F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32" r="13404"/>
          <a:stretch/>
        </p:blipFill>
        <p:spPr>
          <a:xfrm rot="5400000">
            <a:off x="3583712" y="4787151"/>
            <a:ext cx="892567" cy="1025708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1380E14-4178-477F-BD3E-9D1D98185C11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32" r="11311"/>
          <a:stretch/>
        </p:blipFill>
        <p:spPr>
          <a:xfrm rot="5400000">
            <a:off x="4826996" y="4857664"/>
            <a:ext cx="831425" cy="8952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805994" y="5095764"/>
            <a:ext cx="399011" cy="38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1868" y="5110688"/>
            <a:ext cx="399011" cy="38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566914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FA6517DC22A447BD92A6EC01B5D1B6" ma:contentTypeVersion="2" ma:contentTypeDescription="Create a new document." ma:contentTypeScope="" ma:versionID="18d2b96ac408e6d587ebfa98cfc34760">
  <xsd:schema xmlns:xsd="http://www.w3.org/2001/XMLSchema" xmlns:xs="http://www.w3.org/2001/XMLSchema" xmlns:p="http://schemas.microsoft.com/office/2006/metadata/properties" xmlns:ns2="997c2e51-6de0-4708-be4f-c86f45b72707" targetNamespace="http://schemas.microsoft.com/office/2006/metadata/properties" ma:root="true" ma:fieldsID="c9b2619b8cce9722ed1012d60524f298" ns2:_="">
    <xsd:import namespace="997c2e51-6de0-4708-be4f-c86f45b727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c2e51-6de0-4708-be4f-c86f45b727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6A1DDD-E3E9-4A94-ADB8-3FE5FA868C9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91CD55-1A3C-475B-8E00-68F62EFC2C90}"/>
</file>

<file path=customXml/itemProps3.xml><?xml version="1.0" encoding="utf-8"?>
<ds:datastoreItem xmlns:ds="http://schemas.openxmlformats.org/officeDocument/2006/customXml" ds:itemID="{25E4DB4C-46DC-47A7-BE84-669EA4FF3412}">
  <ds:schemaRefs>
    <ds:schemaRef ds:uri="http://schemas.microsoft.com/sharepoint/v3"/>
    <ds:schemaRef ds:uri="http://purl.org/dc/dcmitype/"/>
    <ds:schemaRef ds:uri="05d66825-6523-4830-9901-fd0bd2c247bb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8d1f579f-b0bb-42bb-9828-416b3c2e314b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301</Words>
  <Application>Microsoft Office PowerPoint</Application>
  <PresentationFormat>Widescreen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 Gothic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HOSLEY Hana</dc:creator>
  <cp:lastModifiedBy>LOMBARDI Maritza</cp:lastModifiedBy>
  <cp:revision>1</cp:revision>
  <dcterms:created xsi:type="dcterms:W3CDTF">2022-09-01T14:47:33Z</dcterms:created>
  <dcterms:modified xsi:type="dcterms:W3CDTF">2022-10-18T21:22:36Z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0x0101008EFA6517DC22A447BD92A6EC01B5D1B6</vt:lpwstr>
  </property>
</Properties>
</file>