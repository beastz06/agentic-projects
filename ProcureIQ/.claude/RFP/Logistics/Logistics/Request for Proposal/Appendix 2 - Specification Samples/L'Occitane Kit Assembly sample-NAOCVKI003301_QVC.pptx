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2E0B2F-8DCB-40CA-89C8-4474C87719B3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1FD11A-1CAC-4DAA-A131-DB2F452E4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988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08F4A9-AF1A-420F-BB38-8D4532A7919C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421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BFF78-04C8-40B5-8443-654C57C927A3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0F71-EDD3-4866-B56E-E57475B10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92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BFF78-04C8-40B5-8443-654C57C927A3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0F71-EDD3-4866-B56E-E57475B10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078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BFF78-04C8-40B5-8443-654C57C927A3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0F71-EDD3-4866-B56E-E57475B10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963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BFF78-04C8-40B5-8443-654C57C927A3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0F71-EDD3-4866-B56E-E57475B10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56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BFF78-04C8-40B5-8443-654C57C927A3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0F71-EDD3-4866-B56E-E57475B10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388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BFF78-04C8-40B5-8443-654C57C927A3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0F71-EDD3-4866-B56E-E57475B10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687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BFF78-04C8-40B5-8443-654C57C927A3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0F71-EDD3-4866-B56E-E57475B10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841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BFF78-04C8-40B5-8443-654C57C927A3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0F71-EDD3-4866-B56E-E57475B10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726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BFF78-04C8-40B5-8443-654C57C927A3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0F71-EDD3-4866-B56E-E57475B10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043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BFF78-04C8-40B5-8443-654C57C927A3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0F71-EDD3-4866-B56E-E57475B10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410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BFF78-04C8-40B5-8443-654C57C927A3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0F71-EDD3-4866-B56E-E57475B10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659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3BFF78-04C8-40B5-8443-654C57C927A3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EB0F71-EDD3-4866-B56E-E57475B10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01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374341" y="4757171"/>
            <a:ext cx="1745980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1"/>
                </a:solidFill>
              </a:rPr>
              <a:t>Quantity: 1982 (1974 sales, 8 PMF)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Case Pack: 1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981200" y="513955"/>
            <a:ext cx="8229600" cy="126262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</a:rPr>
              <a:t>NAOCVKI003301</a:t>
            </a:r>
            <a:b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3200" dirty="0"/>
              <a:t>2022_ALM SHEA DUO_QVC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01" y="1763679"/>
            <a:ext cx="35496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Step 1: Secure top caps of all items </a:t>
            </a:r>
          </a:p>
          <a:p>
            <a:r>
              <a:rPr lang="en-US" sz="1400" dirty="0"/>
              <a:t>Step 2: Place sticker seal on all items  </a:t>
            </a:r>
          </a:p>
          <a:p>
            <a:r>
              <a:rPr lang="en-US" sz="1400" dirty="0"/>
              <a:t>Step 3: Place hand cream and </a:t>
            </a:r>
            <a:r>
              <a:rPr lang="en-US" sz="1400" dirty="0" err="1"/>
              <a:t>alm</a:t>
            </a:r>
            <a:r>
              <a:rPr lang="en-US" sz="1400" dirty="0"/>
              <a:t>. shower oil in shipper.</a:t>
            </a:r>
          </a:p>
          <a:p>
            <a:r>
              <a:rPr lang="en-US" sz="1400" dirty="0"/>
              <a:t>Step 4: Place in smallest shipper possible wrapped in bubble</a:t>
            </a:r>
          </a:p>
          <a:p>
            <a:r>
              <a:rPr lang="en-US" sz="1400" dirty="0"/>
              <a:t>Step 4: Place DC Barcode on the outside of the shipper</a:t>
            </a:r>
            <a:endParaRPr lang="en-US" sz="1400" i="1" dirty="0"/>
          </a:p>
        </p:txBody>
      </p:sp>
      <p:sp>
        <p:nvSpPr>
          <p:cNvPr id="9" name="TextBox 8"/>
          <p:cNvSpPr txBox="1"/>
          <p:nvPr/>
        </p:nvSpPr>
        <p:spPr>
          <a:xfrm>
            <a:off x="1002146" y="4387839"/>
            <a:ext cx="1295400" cy="1107996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QVC Code: </a:t>
            </a:r>
            <a:r>
              <a:rPr lang="en-US" dirty="0"/>
              <a:t>A549787</a:t>
            </a:r>
            <a:endParaRPr lang="en-US" sz="1200" b="1" dirty="0"/>
          </a:p>
          <a:p>
            <a:endParaRPr lang="en-US" sz="1200" b="1" dirty="0"/>
          </a:p>
          <a:p>
            <a:r>
              <a:rPr lang="en-US" sz="1200" b="1" dirty="0"/>
              <a:t>Ship Window:</a:t>
            </a:r>
          </a:p>
          <a:p>
            <a:r>
              <a:rPr lang="en-US" sz="1200" dirty="0"/>
              <a:t>6/13/22</a:t>
            </a:r>
          </a:p>
        </p:txBody>
      </p:sp>
      <p:pic>
        <p:nvPicPr>
          <p:cNvPr id="1034" name="Picture 10" descr="29HD250A15_RV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9091" y="1244877"/>
            <a:ext cx="3142962" cy="3142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559449"/>
              </p:ext>
            </p:extLst>
          </p:nvPr>
        </p:nvGraphicFramePr>
        <p:xfrm>
          <a:off x="5144077" y="5037840"/>
          <a:ext cx="6096578" cy="7967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62433">
                  <a:extLst>
                    <a:ext uri="{9D8B030D-6E8A-4147-A177-3AD203B41FA5}">
                      <a16:colId xmlns:a16="http://schemas.microsoft.com/office/drawing/2014/main" val="1398805448"/>
                    </a:ext>
                  </a:extLst>
                </a:gridCol>
                <a:gridCol w="4334145">
                  <a:extLst>
                    <a:ext uri="{9D8B030D-6E8A-4147-A177-3AD203B41FA5}">
                      <a16:colId xmlns:a16="http://schemas.microsoft.com/office/drawing/2014/main" val="3400966985"/>
                    </a:ext>
                  </a:extLst>
                </a:gridCol>
              </a:tblGrid>
              <a:tr h="25391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NAOCVKI003301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2022_ALM SHEA DUO_QVC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302121971"/>
                  </a:ext>
                </a:extLst>
              </a:tr>
              <a:tr h="25391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01MA150K22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SHEA HAND CREAM 150ML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46014759"/>
                  </a:ext>
                </a:extLst>
              </a:tr>
              <a:tr h="28893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29HD250A15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ALM SHOWER OIL 250ML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6814841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978678" y="4124035"/>
            <a:ext cx="14237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29HD250A15</a:t>
            </a:r>
          </a:p>
        </p:txBody>
      </p:sp>
      <p:pic>
        <p:nvPicPr>
          <p:cNvPr id="1026" name="Picture 2" descr="01MA150K22_RV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0547" y="1565929"/>
            <a:ext cx="2874674" cy="2874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8697213" y="4071271"/>
            <a:ext cx="1454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01MA150K22</a:t>
            </a:r>
          </a:p>
        </p:txBody>
      </p:sp>
    </p:spTree>
    <p:extLst>
      <p:ext uri="{BB962C8B-B14F-4D97-AF65-F5344CB8AC3E}">
        <p14:creationId xmlns:p14="http://schemas.microsoft.com/office/powerpoint/2010/main" val="3703599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FA6517DC22A447BD92A6EC01B5D1B6" ma:contentTypeVersion="2" ma:contentTypeDescription="Create a new document." ma:contentTypeScope="" ma:versionID="18d2b96ac408e6d587ebfa98cfc34760">
  <xsd:schema xmlns:xsd="http://www.w3.org/2001/XMLSchema" xmlns:xs="http://www.w3.org/2001/XMLSchema" xmlns:p="http://schemas.microsoft.com/office/2006/metadata/properties" xmlns:ns2="997c2e51-6de0-4708-be4f-c86f45b72707" targetNamespace="http://schemas.microsoft.com/office/2006/metadata/properties" ma:root="true" ma:fieldsID="c9b2619b8cce9722ed1012d60524f298" ns2:_="">
    <xsd:import namespace="997c2e51-6de0-4708-be4f-c86f45b727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7c2e51-6de0-4708-be4f-c86f45b727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E5AFBA6-5DE4-46B1-96B2-439F2F207DAF}">
  <ds:schemaRefs>
    <ds:schemaRef ds:uri="http://schemas.microsoft.com/office/2006/documentManagement/types"/>
    <ds:schemaRef ds:uri="http://purl.org/dc/terms/"/>
    <ds:schemaRef ds:uri="http://purl.org/dc/dcmitype/"/>
    <ds:schemaRef ds:uri="http://schemas.microsoft.com/office/infopath/2007/PartnerControls"/>
    <ds:schemaRef ds:uri="8d1f579f-b0bb-42bb-9828-416b3c2e314b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05d66825-6523-4830-9901-fd0bd2c247bb"/>
    <ds:schemaRef ds:uri="http://schemas.microsoft.com/sharepoint/v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7516B29-A14B-4A64-A925-AA553E7FF2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21F592-A4D2-46BA-9CAB-0B715ADCEB7E}"/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107</Words>
  <Application>Microsoft Office PowerPoint</Application>
  <PresentationFormat>Widescreen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NAOCVKI003301 2022_ALM SHEA DUO_QVC</vt:lpstr>
    </vt:vector>
  </TitlesOfParts>
  <Company>L'Occitane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NAOCVKI002580 L'Occitane Almond Favorites Hand and Body 4-Piece Set</dc:title>
  <dc:creator>SPITNALE Susan</dc:creator>
  <cp:lastModifiedBy>LOMBARDI Maritza</cp:lastModifiedBy>
  <cp:revision>9</cp:revision>
  <dcterms:created xsi:type="dcterms:W3CDTF">2021-08-16T15:26:43Z</dcterms:created>
  <dcterms:modified xsi:type="dcterms:W3CDTF">2022-10-18T21:21:10Z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0x0101008EFA6517DC22A447BD92A6EC01B5D1B6</vt:lpwstr>
  </property>
</Properties>
</file>