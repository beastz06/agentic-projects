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3B82-774C-44FE-8720-E603A12CB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B3CFAF-0D6C-489F-909A-441A8295D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37A38-621F-4992-811A-91A8778D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16CE5-601B-4388-89CE-01BF0B85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D40B9-F22B-464A-A79D-A2E30B20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6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E071-93C7-4396-B3DD-6598F4EC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4842B-2BDD-4C9A-8475-A2F29CEC5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A01A7-9EBE-4853-971F-D532B071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D6B8C-D7E1-4FDE-B3A5-F7F8DF811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687D4-AB84-46DB-B6D8-3B1B4697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7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B272-25AA-4E78-ADF1-EE8628C97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87519-CBE4-43CF-A32B-6C87F3E44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093AE-AF50-4602-B1C3-389DC4B5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FD66E-94F2-49FC-8A0B-F7B7CA11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2F97A-7063-4765-B250-4958181B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34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80AAF-8AF1-4770-8DA6-668355E0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C46A8-3425-43E2-8647-B80926CE19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8570A-46B5-40B2-B402-CEFD9335A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C26EF-396F-452D-B681-CBE76C038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53F2A-3744-49FC-B0FA-5A0FE157B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E0549-664E-4F78-A206-B2A902FD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9C95-4EDD-4DB8-93FF-FF47A80F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D3070-35AD-4078-BF70-7F5032F2A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3F609-8E1B-4C96-B945-4A6BB8654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D01A8-0110-4061-B710-6E93A10F5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ADA52-BDD1-4337-9BDF-AA88EF541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FD6253-F947-4E95-8333-A974AF0F3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BF29C-5C43-4761-A918-1A1792A0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FB55B-1CA8-4D1A-974C-0D07FE0D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12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3AF81-9B2A-4314-95B1-FA225576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21BB5-D679-469B-A573-EBF61852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6E4D6-D5A5-47F3-B79C-A1159184A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5527B-6D48-4374-BDAF-63C522D1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2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DAF78-1DD2-4C58-920F-3C8A7C8A3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9A7D71-C1A8-4A27-A923-9D7AA4A8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7B23C-65A5-4556-85FC-017F8C1C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76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196A-449B-4AB2-B261-9B42BA12B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6F125-2302-4349-ABFF-BFF23302D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10256-BB36-4178-8D72-583B5FB61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3B19E-F8F3-4810-80C7-1871EA98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8F0F6-D818-4D2B-848E-D31D5B29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E3BAF-14D8-4EB1-B5CA-D13C7A2E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7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2D7F2-BFD5-41F9-80AB-05C42CC91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F8C7AC-A680-4070-85D8-F0B53DDD6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99080-38FA-4130-8A63-D44285CF0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052EC-3E52-4E71-884B-B2AE31CC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FC244-004A-4A9A-96A3-1E1461426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E7AE8-7C43-4464-9E00-DCD294FD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0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68CE-B370-4F86-9363-759F342C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A0B72F-86F4-4AAE-90CD-C37CFC162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602D4-D7AA-4046-B586-483FC6A6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C4922-904C-417F-9F64-2B7C910FE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A586F-24F6-42BB-9D60-1FC102EF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59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B153BA-05FE-4C2D-87D3-1DAAC60AA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DE16D-0A00-4D16-A75F-2E893CFFE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58CB8-08EE-4DD6-A4DF-E56B1F94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65C6E-9CB6-48AF-B2DD-E8D006E45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A0488-15B5-492E-A646-13188441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9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2550D-5343-4C88-9C06-C79ACD496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D31C8-AA45-4B39-BBF3-772CDCD4D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CFBD8-CBDE-4717-85BB-7AB30FDA4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851F9-BAB3-4FC2-8865-34652F9B1654}" type="datetimeFigureOut">
              <a:rPr lang="en-US" smtClean="0"/>
              <a:t>10/18/2022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B324B-F573-4B54-97DB-488C0C2C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57F33-77F9-454F-A9C4-367187D40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E4E00-4FD8-4AB5-9544-1A9A20FFF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4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4877104" y="2217512"/>
            <a:ext cx="990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entury Gothic" panose="020B0502020202020204" pitchFamily="34" charset="0"/>
              </a:rPr>
              <a:t>Products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2880" y="2204498"/>
            <a:ext cx="8353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>
                <a:latin typeface="Century Gothic" panose="020B0502020202020204" pitchFamily="34" charset="0"/>
              </a:rPr>
              <a:t>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6697" y="2201147"/>
            <a:ext cx="14397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50" kern="0">
                <a:solidFill>
                  <a:prstClr val="black"/>
                </a:solidFill>
                <a:latin typeface="Century Gothic" panose="020B0502020202020204" pitchFamily="34" charset="0"/>
              </a:rPr>
              <a:t>Tissue x 1   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228987" y="1208602"/>
            <a:ext cx="546636" cy="66248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3780355" y="116058"/>
            <a:ext cx="3415731" cy="2472168"/>
          </a:xfrm>
          <a:prstGeom prst="rect">
            <a:avLst/>
          </a:prstGeom>
          <a:noFill/>
          <a:ln>
            <a:solidFill>
              <a:srgbClr val="FDF6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245851" y="28152"/>
            <a:ext cx="4906805" cy="2560073"/>
          </a:xfrm>
          <a:prstGeom prst="rect">
            <a:avLst/>
          </a:prstGeom>
          <a:noFill/>
          <a:ln>
            <a:solidFill>
              <a:srgbClr val="FDF6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243282" y="2696171"/>
            <a:ext cx="11672528" cy="4025201"/>
          </a:xfrm>
          <a:prstGeom prst="rect">
            <a:avLst/>
          </a:prstGeom>
          <a:noFill/>
          <a:ln>
            <a:solidFill>
              <a:srgbClr val="FDF6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 rot="20727872">
            <a:off x="6870852" y="280894"/>
            <a:ext cx="170511" cy="442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039363"/>
              </p:ext>
            </p:extLst>
          </p:nvPr>
        </p:nvGraphicFramePr>
        <p:xfrm>
          <a:off x="190410" y="195877"/>
          <a:ext cx="3394881" cy="2314868"/>
        </p:xfrm>
        <a:graphic>
          <a:graphicData uri="http://schemas.openxmlformats.org/drawingml/2006/table">
            <a:tbl>
              <a:tblPr/>
              <a:tblGrid>
                <a:gridCol w="1156448">
                  <a:extLst>
                    <a:ext uri="{9D8B030D-6E8A-4147-A177-3AD203B41FA5}">
                      <a16:colId xmlns:a16="http://schemas.microsoft.com/office/drawing/2014/main" val="3393931185"/>
                    </a:ext>
                  </a:extLst>
                </a:gridCol>
                <a:gridCol w="2238433">
                  <a:extLst>
                    <a:ext uri="{9D8B030D-6E8A-4147-A177-3AD203B41FA5}">
                      <a16:colId xmlns:a16="http://schemas.microsoft.com/office/drawing/2014/main" val="2768673693"/>
                    </a:ext>
                  </a:extLst>
                </a:gridCol>
              </a:tblGrid>
              <a:tr h="278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NAOCVKI003076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2022_SHEA JAN CAMPAIGN GWP_RT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814232"/>
                  </a:ext>
                </a:extLst>
              </a:tr>
              <a:tr h="278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01BL012B20H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SHEA SCENTED LIP BALM 12ML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334789"/>
                  </a:ext>
                </a:extLst>
              </a:tr>
              <a:tr h="278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49CL003K16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SHEA LIGHT FACE CREAM</a:t>
                      </a:r>
                      <a:r>
                        <a:rPr lang="en-US" sz="1100" baseline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3ML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411315"/>
                  </a:ext>
                </a:extLst>
              </a:tr>
              <a:tr h="278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01SA050B20H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SHEA SOLID SOAP 50GR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034755"/>
                  </a:ext>
                </a:extLst>
              </a:tr>
              <a:tr h="278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49MA010K16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SHEA HAND CREAM 10ML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012073"/>
                  </a:ext>
                </a:extLst>
              </a:tr>
              <a:tr h="2789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49BF1N020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2020</a:t>
                      </a:r>
                      <a:r>
                        <a:rPr lang="en-US" sz="1100" baseline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HOLIDAY BLACK FRIDAY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0606493"/>
                  </a:ext>
                </a:extLst>
              </a:tr>
              <a:tr h="29233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52MOCOL116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GEN</a:t>
                      </a:r>
                      <a:r>
                        <a:rPr lang="en-US" sz="1100" baseline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SILK PAPER COLOR 1 16X480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0169"/>
                  </a:ext>
                </a:extLst>
              </a:tr>
              <a:tr h="29233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DC BARCODE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DC BARCODE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527476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312783" y="2200532"/>
            <a:ext cx="14397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050" kern="0">
                <a:solidFill>
                  <a:prstClr val="black"/>
                </a:solidFill>
                <a:latin typeface="Century Gothic" panose="020B0502020202020204" pitchFamily="34" charset="0"/>
              </a:rPr>
              <a:t>DC Barcode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6167" y="1848180"/>
            <a:ext cx="17059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3253581744673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54614" y="1208602"/>
            <a:ext cx="1397965" cy="5856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290" y="323295"/>
            <a:ext cx="343028" cy="7164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304" y="315624"/>
            <a:ext cx="408479" cy="7241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213" y="358778"/>
            <a:ext cx="704368" cy="68096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352" y="399417"/>
            <a:ext cx="371583" cy="6834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036" y="367208"/>
            <a:ext cx="946862" cy="8022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7740" y="769660"/>
            <a:ext cx="1242256" cy="10525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40" y="3685000"/>
            <a:ext cx="3808164" cy="28204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145" y="3873938"/>
            <a:ext cx="2911276" cy="178303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213" y="3765992"/>
            <a:ext cx="3733288" cy="28279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9788" y="2846197"/>
            <a:ext cx="2976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1. Grab one sheet of tissue and place the items as below.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5213" y="2853943"/>
            <a:ext cx="3494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2. Wrap the item in the tissue and place it inside the pouch.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8510" y="2867583"/>
            <a:ext cx="2952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3. Close pouch and add barcode label.</a:t>
            </a:r>
          </a:p>
        </p:txBody>
      </p:sp>
    </p:spTree>
    <p:extLst>
      <p:ext uri="{BB962C8B-B14F-4D97-AF65-F5344CB8AC3E}">
        <p14:creationId xmlns:p14="http://schemas.microsoft.com/office/powerpoint/2010/main" val="3657038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FA6517DC22A447BD92A6EC01B5D1B6" ma:contentTypeVersion="2" ma:contentTypeDescription="Create a new document." ma:contentTypeScope="" ma:versionID="18d2b96ac408e6d587ebfa98cfc34760">
  <xsd:schema xmlns:xsd="http://www.w3.org/2001/XMLSchema" xmlns:xs="http://www.w3.org/2001/XMLSchema" xmlns:p="http://schemas.microsoft.com/office/2006/metadata/properties" xmlns:ns2="997c2e51-6de0-4708-be4f-c86f45b72707" targetNamespace="http://schemas.microsoft.com/office/2006/metadata/properties" ma:root="true" ma:fieldsID="c9b2619b8cce9722ed1012d60524f298" ns2:_="">
    <xsd:import namespace="997c2e51-6de0-4708-be4f-c86f45b727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c2e51-6de0-4708-be4f-c86f45b727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959E2F-43CD-4011-841D-13B0B12FDC22}">
  <ds:schemaRefs>
    <ds:schemaRef ds:uri="http://purl.org/dc/dcmitype/"/>
    <ds:schemaRef ds:uri="8d1f579f-b0bb-42bb-9828-416b3c2e314b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05d66825-6523-4830-9901-fd0bd2c247bb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225938F-E451-4583-9AF3-111B99F59E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6D3BF1-9D2E-47E6-9A4C-708675E43C5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Hana</dc:creator>
  <cp:lastModifiedBy>LOMBARDI Maritza</cp:lastModifiedBy>
  <cp:revision>1</cp:revision>
  <dcterms:created xsi:type="dcterms:W3CDTF">2021-11-09T20:44:28Z</dcterms:created>
  <dcterms:modified xsi:type="dcterms:W3CDTF">2022-10-18T21:25:16Z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0x0101008EFA6517DC22A447BD92A6EC01B5D1B6</vt:lpwstr>
  </property>
</Properties>
</file>